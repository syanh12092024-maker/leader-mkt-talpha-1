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980B9"/>
                </a:solidFill>
              </a:defRPr>
            </a:pPr>
            <a:r>
              <a:t>Vibe Coding Challenge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Talpha Broadcast: AI Automation for Mass Messaging</a:t>
            </a:r>
          </a:p>
          <a:p>
            <a:r>
              <a:t>Biến ý tưởng thành sản phẩm thực tế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Bài toán thực tế: Nỗi đau vận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Giới hạn Facebook 24h &amp; 7 ngày</a:t>
            </a:r>
          </a:p>
          <a:p>
            <a:pPr lvl="1"/>
            <a:r>
              <a:t>• Không thể chăm sóc khách hàng cũ miễn phí sau 24h.</a:t>
            </a:r>
          </a:p>
          <a:p>
            <a:pPr lvl="1"/>
            <a:r>
              <a:t>• Gửi tin nhắn thủ công tốn hàng giờ đồng hồ &amp; dễ sai sót.</a:t>
            </a:r>
          </a:p>
          <a:p>
            <a:pPr lvl="1"/>
            <a:r>
              <a:t>• Thiếu công cụ theo dõi tiến độ &amp; tỷ lệ thành công.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Giải pháp: 'Vibe Coding' - Talpha Broadcast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Hệ thống AI-Driven Automation</a:t>
            </a:r>
          </a:p>
          <a:p>
            <a:pPr lvl="1"/>
            <a:r>
              <a:t>• Bypass Limit: Tự động hóa HUMAN_AGENT tag để bắn tin trong 7 ngày.</a:t>
            </a:r>
          </a:p>
          <a:p>
            <a:pPr lvl="1"/>
            <a:r>
              <a:t>• Multi-Platform Integration: Kết nối Pancake CRM + POS + Facebook Graph API.</a:t>
            </a:r>
          </a:p>
          <a:p>
            <a:pPr lvl="1"/>
            <a:r>
              <a:t>• AI-Generated Code: Xây dựng toàn bộ logic phức tạp chỉ qua Prompting.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Siêu năng lực công nghệ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Những tính năng 'Siêu lập trình viên' tạo ra:</a:t>
            </a:r>
          </a:p>
          <a:p>
            <a:pPr lvl="1"/>
            <a:r>
              <a:t>• Pagination &amp; Dedup: Chống gửi lặp &amp; tự động phân trang hàng ngàn khách hàng.</a:t>
            </a:r>
          </a:p>
          <a:p>
            <a:pPr lvl="1"/>
            <a:r>
              <a:t>• API Fallback: Tự động đổi luồng gửi khi Pancake API bị vượt ngưỡng 24h.</a:t>
            </a:r>
          </a:p>
          <a:p>
            <a:pPr lvl="1"/>
            <a:r>
              <a:t>• Cloud Image Engine: Tự động upload ảnh lên Cloud để gửi URL qua API Messenger.</a:t>
            </a:r>
          </a:p>
          <a:p>
            <a:pPr lvl="1"/>
            <a:r>
              <a:t>• Real-time Dashboard: Theo dõi chính xác ai đã gửi, ai bị lỗi, ai chặn lặp.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Tầm nhìn Level Up - AI +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Không cần code giỏi, chỉ cần biết dùng AI</a:t>
            </a:r>
          </a:p>
          <a:p>
            <a:pPr lvl="1"/>
            <a:r>
              <a:t>• Tối ưu hóa: Tiết kiệm 90% thời gian gửi tin, tăng 30% tỷ lệ re-engagement.</a:t>
            </a:r>
          </a:p>
          <a:p>
            <a:pPr lvl="1"/>
            <a:r>
              <a:t>• Khả năng mở rộng: Sẵn sàng đưa vào vận hành thực tế ngay sau cuộc thi.</a:t>
            </a:r>
          </a:p>
          <a:p>
            <a:pPr lvl="1"/>
            <a:r>
              <a:t>• Thông điệp: AI là trợ lý, con người là người dẫn dắt sáng tạo.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